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479292-2774-83C8-D73D-72FF0B07DC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D6746B7-C62D-4A18-98A3-427D6D70CD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CN"/>
              <a:t>Modifiez le style des sous-titres du masque</a:t>
            </a:r>
            <a:endParaRPr lang="zh-CN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0E9FC2C-DA7E-C04B-E599-F3BE13B35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DB55F4-65C0-F586-8310-C382983B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9BC65C4-4B2D-A440-2C69-4B1F4152F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2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147AB-ADCC-6925-2234-7E6519EC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8580EC-D6C7-2131-6033-32426859E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ED49CB-656D-D90D-A537-06ADD391E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E4C4D1-9292-2772-A194-67C5B2E0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9908E8-C0A6-1C92-A197-023D063E7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141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65C37FA-FBC3-D67C-4179-A76C0587F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CBF57A-F0F6-3C23-9A9A-7E6FDCB7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268C3F-651A-BD13-A051-00998D73F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7F8FD06-4E50-7DDC-5168-C6E0FAB1B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6EC841F-4636-E759-8F19-D0F440002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782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F9F21-9C6C-E767-144E-2A764FA69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B303D85-D509-C9D4-30A2-BCCEC2E5CF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1375AA-4DF1-1ECF-4B36-40D807BEF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A174F80-4BE9-D98C-68BA-281D2E9B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237F30D-5EBB-9ACD-4193-F7E2D777A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1808AC-3899-C4BA-23F3-21CA8BE2F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19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2408D7-AD57-61DB-B79A-AE02E79FA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87C4CF5-67E9-F80A-EC6C-A1F6EA4CC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5D70AF7-1750-5816-EB45-925E60DF6C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91E7156-7A24-3A6D-13EF-2B5D1CBA2A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6DCCE7F-F0CE-74FE-B9BF-773E03CAA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157EAD3-86C1-F7C2-6E1E-F6006A80D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2968D2-5A71-CFDD-8831-AC4FAFBF9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DC3644C-2482-98A8-3F34-4580E891D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8463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D8970D-3983-8BB8-865A-617116D0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53F4A21-A040-DD4C-ABCE-C5ECF6DE6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5BD4577-9172-3C90-DBD4-51F04CEB5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142A0D0-600E-2B21-B982-B128CD09F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5062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8298FCA-6C56-2A3F-8404-2621B6F16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BA3850-3C85-AF9B-740A-195A87A59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75364D-51A9-591E-CC2E-B9F9D3787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131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40C723-1114-8E41-5915-35F48B98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44ACDE-C891-D707-1E43-C39271DBA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D6C335-6EF5-4559-7944-D23DA2DB90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FC3DB1C-5842-36A8-F8E3-99BB3B8BE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03D6A8A-7FC4-DABA-C833-6EDA0A2B5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86AD91B-5A5F-0EA3-524B-DD297B5C0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23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3F559F-7217-D283-1F73-A6E54F1B3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5881B84-714E-1532-0AE4-72C682BA78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F126E5-E9DF-41BF-382E-CF054ABBD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CN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5D63DA2-DEFC-A56E-8067-5C2E3AB23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2749DE-0CA7-57B0-5070-7912047C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A23E877-1BC6-A5A5-4EAA-85424972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026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7D2427-21AF-D6C4-63EE-3F20999A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AA8439-0E58-E15D-0802-45C0CEB6D0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819348C-87C2-EBFA-000D-547F55807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C4C15D3-1FD8-9F85-7E48-639B941F6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DBEFA2-01CE-6E57-BC80-B7CF5EC42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29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63F9360-40C5-C1BE-5EF4-0F984CF2C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E7608FA-5D01-6489-A5A0-AB6D6C38C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35ACD4-C507-E5A8-F240-44136ECE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123694-F487-DF05-4C58-AE65726DE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DD7652-1BED-03C5-9507-5A41B707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25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1302552-8B62-C390-7410-2820C10C4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CN"/>
              <a:t>Modifiez le style du titre</a:t>
            </a:r>
            <a:endParaRPr lang="zh-CN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FBFFAF-900C-BC37-FA47-460FBC375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CN"/>
              <a:t>Cliquez pour modifier les styles du texte du masque</a:t>
            </a:r>
          </a:p>
          <a:p>
            <a:pPr lvl="1"/>
            <a:r>
              <a:rPr lang="fr-FR" altLang="zh-CN"/>
              <a:t>Deuxième niveau</a:t>
            </a:r>
          </a:p>
          <a:p>
            <a:pPr lvl="2"/>
            <a:r>
              <a:rPr lang="fr-FR" altLang="zh-CN"/>
              <a:t>Troisième niveau</a:t>
            </a:r>
          </a:p>
          <a:p>
            <a:pPr lvl="3"/>
            <a:r>
              <a:rPr lang="fr-FR" altLang="zh-CN"/>
              <a:t>Quatrième niveau</a:t>
            </a:r>
          </a:p>
          <a:p>
            <a:pPr lvl="4"/>
            <a:r>
              <a:rPr lang="fr-FR" altLang="zh-CN"/>
              <a:t>Cinquième niveau</a:t>
            </a:r>
            <a:endParaRPr lang="zh-CN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B099A9-2F27-5DC4-7B4F-03111E63B0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320F8-EBB6-447C-A3BA-FACF9D942579}" type="datetimeFigureOut">
              <a:rPr lang="zh-CN" altLang="en-US" smtClean="0"/>
              <a:t>2026/6/10</a:t>
            </a:fld>
            <a:endParaRPr lang="zh-CN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0322B1-3A23-1F38-C096-0F2CF40E3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5D963F-0335-8CF8-F252-AA0B135E0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F206C-72E9-4A8B-A5BC-F8CFC388F692}" type="slidenum">
              <a:rPr lang="zh-CN" altLang="en-US" smtClean="0"/>
              <a:t>‹N°›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57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CA5077A-2D58-5933-465F-9C136C024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6667"/>
          <a:stretch>
            <a:fillRect/>
          </a:stretch>
        </p:blipFill>
        <p:spPr>
          <a:xfrm rot="16200000">
            <a:off x="-2707905" y="1924340"/>
            <a:ext cx="8082811" cy="26670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F16AF64-A4B5-FD91-EC70-67CED3536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333" b="7778"/>
          <a:stretch>
            <a:fillRect/>
          </a:stretch>
        </p:blipFill>
        <p:spPr>
          <a:xfrm>
            <a:off x="3339864" y="111844"/>
            <a:ext cx="8001000" cy="666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1034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Prof. Cosme Jean Léon LOUART (SDS)</dc:creator>
  <cp:lastModifiedBy>Prof. Cosme Jean Léon LOUART (SDS)</cp:lastModifiedBy>
  <cp:revision>2</cp:revision>
  <dcterms:created xsi:type="dcterms:W3CDTF">2026-06-10T14:40:59Z</dcterms:created>
  <dcterms:modified xsi:type="dcterms:W3CDTF">2026-06-10T14:52:41Z</dcterms:modified>
</cp:coreProperties>
</file>